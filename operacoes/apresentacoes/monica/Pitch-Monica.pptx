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1A0A2E">
              <a:alpha val="40000"/>
            </a:srgbClr>
          </a:solidFill>
          <a:ln w="12700">
            <a:solidFill>
              <a:srgbClr val="1A0A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MONICA DE OLIVEIRA · @MONICADEOLIVEIRA.PSI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3601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Monica, você passa anos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ajudando mulheres a se entenderem.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728716" y="347472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61188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vou te mostrar como isso pode gerar dinheiro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você descansa.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4526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30 minutos.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EU TE ESCOLHI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analisei dezenas de perfis antes de chegar até você.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728716" y="228600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423160"/>
            <a:ext cx="889711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fala de psicanálise como teoria.
</a:t>
            </a:r>
            <a:pPr algn="ctr" indent="0" marL="0">
              <a:lnSpc>
                <a:spcPct val="16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fala como quem viveu na pele.
</a:t>
            </a:r>
            <a:pPr algn="ctr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posts não ensinam conceitos — eles nomeiam o que a mulher sente,
mas não sabe colocar em palavras. Isso é raro.
</a:t>
            </a:r>
            <a:pPr algn="ctr" indent="0" marL="0">
              <a:lnSpc>
                <a:spcPct val="165000"/>
              </a:lnSpc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a mulher que se perde, se anula e não entende por quê”
</a:t>
            </a:r>
            <a:pPr algn="ctr" indent="0" marL="0">
              <a:lnSpc>
                <a:spcPct val="165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esse é exatamente o público que mais compra na internet.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· EM 3 LINHAS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grava.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cuido do resto.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do mês, você recebe sua parte.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728716" y="278892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926080"/>
            <a:ext cx="3566160" cy="3291840"/>
          </a:xfrm>
          <a:prstGeom prst="rect">
            <a:avLst>
              <a:gd name="adj" fmla="val 4167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grava as aulas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o que você já sabe.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voz, sua história,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jeito que você fala.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2926080"/>
            <a:ext cx="3566160" cy="3291840"/>
          </a:xfrm>
          <a:prstGeom prst="rect">
            <a:avLst>
              <a:gd name="adj" fmla="val 4167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3520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estruturo tudo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4069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Produto, funil, anúncios,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páginas, suporte.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preocupação pra você.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2926080"/>
            <a:ext cx="3566160" cy="3291840"/>
          </a:xfrm>
          <a:prstGeom prst="rect">
            <a:avLst>
              <a:gd name="adj" fmla="val 4167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o resultado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4069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do que entrar.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vê os números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 real.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ANÚNCIO AO ALTO TICKET — TUDO AUTOMÁTICO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clica no anúncio às 3h da manhã.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dormindo. O funil vende.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728716" y="201168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pago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45336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64792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10512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vendas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(sua voz)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5808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55264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00984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45736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1456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16752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1928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R$ 2.000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07224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26680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WEBNÁRIO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mensalmente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97696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217152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62872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TICKET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62872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· 20k · 50k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88168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707624" y="2240280"/>
            <a:ext cx="1234440" cy="1463040"/>
          </a:xfrm>
          <a:prstGeom prst="rect">
            <a:avLst>
              <a:gd name="adj" fmla="val 11111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53344" y="2377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753344" y="2953512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cria uma vez. O funil vende todos os dias.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74320" y="4572000"/>
            <a:ext cx="11640312" cy="36576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6634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funil validado: Lançamento → Evento Presencial → Novo Produto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VI NO SEU PERFIL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103601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12 mil mulheres que confiam em você.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zero produto escalável.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728716" y="246888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0"/>
            <a:ext cx="5029200" cy="3291840"/>
          </a:xfrm>
          <a:prstGeom prst="rect">
            <a:avLst>
              <a:gd name="adj" fmla="val 4167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Atendimento individual — caro e limitado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587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Você para → a renda para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3342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Crescer = mais horas de trabalho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80974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12k seguidores vendo conteúdo de graça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2852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Potencial enorme. Sem canal de venda.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029200" cy="3291840"/>
          </a:xfrm>
          <a:prstGeom prst="rect">
            <a:avLst>
              <a:gd name="adj" fmla="val 4167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ESTRUTURA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3832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Produto digital vendendo 24h/dia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8587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Você dorme → o funil vende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3342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Crescer = ajustar os anúncios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80974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12k seguidores virando clientes reais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2852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Renda que escala sem você estar presente.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é falta de competência. É falta de estrutura. E estrutura eu tenho.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FEZ ISSO ANTES DE VOCÊ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teoria. São pessoas reais com histórias verificáveis.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728716" y="141732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57600" cy="4846320"/>
          </a:xfrm>
          <a:prstGeom prst="rect">
            <a:avLst>
              <a:gd name="adj" fmla="val 3750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@elidadiasv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Elida Dias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R$ 20M+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tráfego direto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457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118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Jovem aprendiz da periferia de Belém.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capital, sem contato.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Usou o próprio conhecimento como produto.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tem +30 mil alunos.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6126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 seguidores · verificada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691640"/>
            <a:ext cx="3657600" cy="4846320"/>
          </a:xfrm>
          <a:prstGeom prst="rect">
            <a:avLst>
              <a:gd name="adj" fmla="val 3750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@lucasramos1_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Ramos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2560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dígitos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26280" y="3200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faturados como produtor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3474720"/>
            <a:ext cx="457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6118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 50/50 dos maiores experts do Brasil.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dígitos de lucro por dia no modelo perpétuo.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expert — é o cara que opera os bastidores.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o que eu faço.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6126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 referência em DR com expert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21040" y="1691640"/>
            <a:ext cx="3657600" cy="4846320"/>
          </a:xfrm>
          <a:prstGeom prst="rect">
            <a:avLst>
              <a:gd name="adj" fmla="val 3750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@enzoneto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5820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Neto — Chef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25603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1,1M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458200" y="3200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· funil ativo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58200" y="3474720"/>
            <a:ext cx="457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36118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Transformou conhecimento de cozinha no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mais escolhido do Brasil.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que parecia impossível de escalar.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quando a estrutura está certa.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6126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 milhão de seguidores · verificado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FUNCIONA EM QUALQUER NICHO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120640" cy="4754880"/>
          </a:xfrm>
          <a:prstGeom prst="rect">
            <a:avLst>
              <a:gd name="adj" fmla="val 2885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@priscianepereira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Prisciane Pereira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953k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em escala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457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 renda extra com Shopee.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Criou um funil de VSL que vende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dias, com tráfego pago.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sistema que seria aplicado aqui.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953 mil seguidores · verificada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1005840"/>
            <a:ext cx="5120640" cy="4754880"/>
          </a:xfrm>
          <a:prstGeom prst="rect">
            <a:avLst>
              <a:gd name="adj" fmla="val 2885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188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@fealvessn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Alves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19202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6,9M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713232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· multiple produtos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2971800"/>
            <a:ext cx="457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1089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pessoal e autoconhecimento.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muito próximo ao seu.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construída com conteúdo —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estruturado multiplica o orgânico.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 milhões de seguidores · verificado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começaram onde você está agora.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 do palco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C3AED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 Digital 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OURO DIGITAL · DIRECTADS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5029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SOU EU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77724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Kauã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Rodriguez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0" y="2286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Response · Coprodução com Experts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2743200"/>
            <a:ext cx="5943600" cy="2743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8803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sou consultor que vende conselho.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 operador — executo, testo, escalo.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3520440"/>
            <a:ext cx="5943600" cy="1828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3685032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 nas mentorias mais rigorosas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mercado de performance do Brasil.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4325112"/>
            <a:ext cx="5943600" cy="1828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4489704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coprodução que assino, eu opero.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terceirizo o que importa.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5129784"/>
            <a:ext cx="5943600" cy="1828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5294376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 errando.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Carrego cicatrizes de teste, não teoria.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103601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tive mentor.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tive capital.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Tive obsessão.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728716" y="283464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017520"/>
            <a:ext cx="88971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Comecei estudando cada detalhe do mercado de performance quando a maioria
</a:t>
            </a:r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achava que resultado vinha de sorte.
</a:t>
            </a:r>
            <a:pPr algn="ctr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 rápido. Aprendi mais rápido ainda.
</a:t>
            </a:r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não carrego teoria — carrego </a:t>
            </a:r>
            <a:pPr algn="ctr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cicatrizes de teste</a:t>
            </a:r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os padrões que funcionam de verdade.
</a:t>
            </a:r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 esse repertório que eu opero cada parceria que assino.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PARCERIA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faz o que só você pode fazer.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faço todo o resto.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728716" y="224028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5303520" cy="4023360"/>
          </a:xfrm>
          <a:prstGeom prst="rect">
            <a:avLst>
              <a:gd name="adj" fmla="val 3409"/>
            </a:avLst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Gravar as aulas com sua voz e sua história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 a autoridade do produto ao público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342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Participar das sessões de alto ticket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5989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a 8 horas por semana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423160"/>
            <a:ext cx="5303520" cy="4023360"/>
          </a:xfrm>
          <a:prstGeom prst="rect">
            <a:avLst>
              <a:gd name="adj" fmla="val 3409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560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FAÇO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301752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Posicionamento e criação do produto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5204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Copy completa: VSL, páginas, anúncios, emails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402336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Criação e gestão diária dos anúncios pagos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452628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Operação completa do funil de vendas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50292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Suporte ao cliente e reembolsos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53212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Relatório semanal de performance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5989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horas por semana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traz o ativo mais valioso: sua autoridade. Eu trago a engrenagem que a converte em receita.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REPRESENTA PARA VOCÊ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90 dias, o que sua audiência pode gerar.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Invest. em Ads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Share (50%)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9875520" cy="2743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R$ 5k/mês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R$ 25–50k/mês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0" y="2194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R$ 12–25k/mês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R$ 15k/mês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880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R$ 80–180k/mês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R$ 40–90k/mês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88720" y="3474720"/>
            <a:ext cx="10241280" cy="594360"/>
          </a:xfrm>
          <a:prstGeom prst="rect">
            <a:avLst>
              <a:gd name="adj" fmla="val 12308"/>
            </a:avLst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566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R$ 40k/mês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R$ 300k+/mês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3566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R$ 150k+/mês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R$ 25.000</a:t>
            </a:r>
            <a:endParaRPr lang="en-US" sz="8800" dirty="0"/>
          </a:p>
        </p:txBody>
      </p:sp>
      <p:sp>
        <p:nvSpPr>
          <p:cNvPr id="24" name="Text 22"/>
          <p:cNvSpPr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SHARE · CENÁRIO CONSERVADOR · MÊS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funis ativos com públicos similares ao seu. Começamos conservador. Escalamos com dado.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589788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nunca investe mais do que o funil sustenta.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SEGURANÇA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eu prometo,
</a:t>
            </a:r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assino.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728716" y="2331720"/>
            <a:ext cx="731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514600"/>
            <a:ext cx="9445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que a maior dúvida de qualquer expert é: "e se eu entregar meu conteúdo e não receber nada?"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dúvida é legítima. E é exatamente por isso que tudo vai estar em papel.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3520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3520440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formal de coprodução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redigido por jurídico especializado em mercado digital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40873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4087368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total aos dados de vendas em tempo real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você vê cada centavo que entra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6542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465429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conteúdo é seu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nenhuma gravação usada fora desta parceria sem sua autorização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52212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5221224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exclusividade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você mantém todos os seus atendimentos e projetos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7881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5788152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sair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qualquer momento, respeitado o período de transição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640080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confiar em mim porque eu sou bacana.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confia porque está escrito, assinado e verificável.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103601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 impediria</a:t>
            </a:r>
            <a:endParaRPr lang="en-US" sz="6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tentar?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a autoridade. Eu tenho a operação.</a:t>
            </a:r>
            <a:endParaRPr lang="en-US" sz="2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2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apenas decidir se você quer ver isso funcionando.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749040"/>
            <a:ext cx="5760720" cy="27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93192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call de 30 minutos não é para te vender nada.
</a:t>
            </a:r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para você entender, com todos os dados na mesa, se faz sentido.
</a:t>
            </a:r>
            <a:pPr algn="ctr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fizer — avançamos.
</a:t>
            </a:r>
            <a:pPr algn="ctr" indent="0" marL="0">
              <a:lnSpc>
                <a:spcPct val="170000"/>
              </a:lnSpc>
              <a:buNone/>
            </a:pPr>
            <a:r>
              <a:rPr lang="en-US" sz="1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fizer — você sai com clareza do que é possível para o seu negócio.
</a:t>
            </a:r>
            <a:pPr algn="ctr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dois casos, você ganha.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1A0A2E">
              <a:alpha val="40000"/>
            </a:srgbClr>
          </a:solidFill>
          <a:ln w="12700">
            <a:solidFill>
              <a:srgbClr val="1A0A2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PRÓXIMA JOGADA É SUA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Kauã Rodriguez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@okauarodriguez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RESPONSE  ·  COPRODUÇÃO COM EXPERTS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4114800"/>
            <a:ext cx="4873752" cy="36576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próxima jogada é sua.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2026-04-29T00:12:24Z</dcterms:created>
  <dcterms:modified xsi:type="dcterms:W3CDTF">2026-04-29T00:12:24Z</dcterms:modified>
</cp:coreProperties>
</file>