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9144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MONICA DE OLIVEIRA · @MONICADEOLIVEIRA.PSI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Monica, você passa anos</a:t>
            </a:r>
            <a:endParaRPr lang="en-US" sz="4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ajudando mulheres a se entenderem.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5728716" y="3474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611880"/>
            <a:ext cx="9445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vou te mostrar como isso pode gerar dinheiro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 você descansa.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5262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30 minutos.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o ativo mais raro</a:t>
            </a:r>
            <a:endParaRPr lang="en-US" sz="4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mercado digital.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Real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82880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ensina psicanálise como teoria.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fala como quem viveu.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cria confiança que não se compra.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Audiência que Converte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76072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Mulheres que se perdem, se anulam e buscam se reconstruir.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público que mais compra infoproduto no Brasil.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2514600"/>
            <a:ext cx="3657600" cy="39319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58200" y="2697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sem Teto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692640" y="3200400"/>
            <a:ext cx="9144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33756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Autoconhecimento feminino é um dos mercados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mais cresce no digital. Você está</a:t>
            </a:r>
            <a:endParaRPr lang="en-US" sz="13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no centro dele.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649224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falta é a engrenagem certa para isso gerar dinheiro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· EM 3 LINHAS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cuido do resto.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fim do mês, você recebe sua parte.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5728716" y="27889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o que você já sabe.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voz, sua história,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jeito que você fala.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estruturo tudo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Produto, funil, anúncios,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páginas, suporte.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preocupação pra você.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2926080"/>
            <a:ext cx="356616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3063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Dividimos o resultado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03920" y="4069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 do que entrar.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vê os números</a:t>
            </a:r>
            <a:endParaRPr lang="en-US" sz="1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tempo real.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ANÚNCIO AO ALTO TICKET — TUDO AUTOMÁTICO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pessoa clica no anúncio às 3h da manhã.</a:t>
            </a:r>
            <a:endParaRPr lang="en-US" sz="3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está dormindo. O funil vende.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728716" y="20116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tráfego pago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54533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76479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051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1051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vendas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(sua voz)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3580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5526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0098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0098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26280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45736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91456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R$ 599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16752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36208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1928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 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81928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R$ 2.000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07224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26680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WEBNÁRIO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0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vivo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mensalmente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97696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217152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62872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TICKET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262872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· 20k · 50k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88168" y="2697480"/>
            <a:ext cx="201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707624" y="2240280"/>
            <a:ext cx="1234440" cy="1463040"/>
          </a:xfrm>
          <a:prstGeom prst="rect">
            <a:avLst>
              <a:gd name="adj" fmla="val 11111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53344" y="2377440"/>
            <a:ext cx="1143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53344" y="2953512"/>
            <a:ext cx="1143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14400" y="39319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cria uma vez. O funil vende todos os dias.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274320" y="4572000"/>
            <a:ext cx="1164031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466344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funil validado: Lançamento → Evento Presencial → Novo Produto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— DO ZERO AO PERPÉTUO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dias para o funil rodar.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Depois, ele vende sozinho.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728716" y="196596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Posicionamento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25880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Mapeamos sua audiência.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Definimos o produto, o preço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ângulo da VSL.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81528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64408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4408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55848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Produção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grava as aulas.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produzo a VSL, as páginas,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emails e os anúncios.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64408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25896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08776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08776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0216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Validação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0216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Subimos com budget pequeno.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Testamos. Medimos.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Ajustamos com dado real.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08776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6–8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70264" y="338328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53144" y="2148840"/>
            <a:ext cx="2743200" cy="4297680"/>
          </a:xfrm>
          <a:prstGeom prst="rect">
            <a:avLst>
              <a:gd name="adj" fmla="val 500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53144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44584" y="265176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Perpétua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58984" y="3401568"/>
            <a:ext cx="73152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44584" y="35204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ROAS validado, escalamos.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funil roda 24h sem você.</a:t>
            </a:r>
            <a:endParaRPr lang="en-US" sz="12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produtos na esteira.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153144" y="6080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 em diante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649224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aparece. Eu opero. O funil vende enquanto você dorme.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VI NO SEU PERFIL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1036015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12 mil mulheres que confiam em você.</a:t>
            </a:r>
            <a:endParaRPr lang="en-US" sz="4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zero produto escalável.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728716" y="24688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Atendimento individual — caro e limitado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Você para → a renda para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Crescer = mais horas de trabalho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12k seguidores vendo conteúdo de graça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Potencial enorme. Sem canal de venda.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5029200" cy="3291840"/>
          </a:xfrm>
          <a:prstGeom prst="rect">
            <a:avLst>
              <a:gd name="adj" fmla="val 4167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926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ESTRUTURA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92240" y="33832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Produto digital vendendo 24h/dia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92240" y="385876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Você dorme → o funil vende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4334256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Crescer = ajustar os anúncios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4809744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12k seguidores virando clientes reais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5285232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Renda que escala sem você estar presente.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não é falta de competência. É falta de estrutura. E estrutura eu tenho.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JÁ FEZ ISSO ANTES DE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teoria. São pessoas reais com histórias verificáveis.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728716" y="14173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7" name="Image 0" descr="c:/Users/Desktop/Downloads/grupoaura/operacoes/apresentacoes/monica/foto-elid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1828800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187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@elidadiasv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6187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Elida Dias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R$ 20M+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59436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tráfego direto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Jovem aprendiz da periferia de Belém.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capital, sem contato.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próprio conhecimento como produto.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tem +30 mil alunos.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350k seguidores · verificada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38912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Image 1" descr="c:/Users/Desktop/Downloads/grupoaura/operacoes/apresentacoes/monica/foto-luc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828800"/>
            <a:ext cx="594360" cy="5943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9379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@lucasramos1_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19379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Lucas Ramos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dígitos</a:t>
            </a:r>
            <a:endParaRPr lang="en-US" sz="3600" dirty="0"/>
          </a:p>
        </p:txBody>
      </p:sp>
      <p:sp>
        <p:nvSpPr>
          <p:cNvPr id="20" name="Text 16"/>
          <p:cNvSpPr/>
          <p:nvPr/>
        </p:nvSpPr>
        <p:spPr>
          <a:xfrm>
            <a:off x="452628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faturados como produtor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52628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2628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Sócio 50/50 dos maiores experts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dígitos de lucro por dia no modelo perpétuo.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expert — é o cara que opera os bastidores.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que eu faço.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2628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 referência em DR com expert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321040" y="1691640"/>
            <a:ext cx="3657600" cy="4846320"/>
          </a:xfrm>
          <a:prstGeom prst="rect">
            <a:avLst>
              <a:gd name="adj" fmla="val 3750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25" name="Image 2" descr="c:/Users/Desktop/Downloads/grupoaura/operacoes/apresentacoes/monica/foto-enz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58200" y="1828800"/>
            <a:ext cx="594360" cy="5943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1874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@enzoneto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9125712" y="21671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Neto — Chef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8458200" y="26060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1,1M</a:t>
            </a:r>
            <a:endParaRPr lang="en-US" sz="3600" dirty="0"/>
          </a:p>
        </p:txBody>
      </p:sp>
      <p:sp>
        <p:nvSpPr>
          <p:cNvPr id="29" name="Text 24"/>
          <p:cNvSpPr/>
          <p:nvPr/>
        </p:nvSpPr>
        <p:spPr>
          <a:xfrm>
            <a:off x="8458200" y="322783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funil ativo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8458200" y="3502152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458200" y="36118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Transformou conhecimento de cozinha no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mais escolhido do Brasil.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que parecia impossível de escalar.</a:t>
            </a:r>
            <a:endParaRPr lang="en-US" sz="1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quando a estrutura está certa.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8458200" y="6126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 milhão de seguidores · verificado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FUNCIONA EM QUALQUER NICHO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Image 0" descr="c:/Users/Desktop/Downloads/grupoaura/operacoes/apresentacoes/monica/foto-priscia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143000"/>
            <a:ext cx="594360" cy="59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@priscianepereira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60020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Prisciane Pereira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953k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em escala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1440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Ensina renda extra com Shopee.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Criou um funil de VSL que vende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dias, com tráfego pago.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sistema que seria aplicado aqui.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953 mil seguidores · verificada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949440" y="1005840"/>
            <a:ext cx="5120640" cy="4754880"/>
          </a:xfrm>
          <a:prstGeom prst="rect">
            <a:avLst>
              <a:gd name="adj" fmla="val 2885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pic>
        <p:nvPicPr>
          <p:cNvPr id="14" name="Image 1" descr="c:/Users/Desktop/Downloads/grupoaura/operacoes/apresentacoes/monica/foto-fealv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0" y="114300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81812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@fealvessn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7818120" y="14813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Alves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32320" y="19202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6,9M</a:t>
            </a:r>
            <a:endParaRPr lang="en-US" sz="4800" dirty="0"/>
          </a:p>
        </p:txBody>
      </p:sp>
      <p:sp>
        <p:nvSpPr>
          <p:cNvPr id="18" name="Text 14"/>
          <p:cNvSpPr/>
          <p:nvPr/>
        </p:nvSpPr>
        <p:spPr>
          <a:xfrm>
            <a:off x="7132320" y="26517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 · múltiplos produtos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132320" y="2971800"/>
            <a:ext cx="457200" cy="27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132320" y="31089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pessoal e autoconhecimento.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 muito próximo ao seu.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Autoridade construída com conteúdo —</a:t>
            </a:r>
            <a:endParaRPr lang="en-US" sz="14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estruturado multiplica o orgânico.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7132320" y="53035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6,9 milhões de seguidores · verificado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914400" y="5943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começaram onde você está agora.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A0A2E"/>
          </a:solidFill>
          <a:ln w="12700">
            <a:solidFill>
              <a:srgbClr val="1A0A2E"/>
            </a:solidFill>
            <a:prstDash val="solid"/>
          </a:ln>
        </p:spPr>
      </p:sp>
      <p:pic>
        <p:nvPicPr>
          <p:cNvPr id="4" name="Image 0" descr="c:/Users/Desktop/Downloads/491211111_3466720810130264_3807635024903484999_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029200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502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SOU EU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0" y="777240"/>
            <a:ext cx="6217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Rodriguez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486400" y="22860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· Coprodução com Experts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0" y="2743200"/>
            <a:ext cx="594360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88036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dígitos faturados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coproduções com experts.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0" y="3520440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0" y="3685032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 no digital.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Construindo antes de virar tendência.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0" y="4325112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4489704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Escalei mais de 3 experts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múltiplos 6 dígitos por mês.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0" y="5129784"/>
            <a:ext cx="5943600" cy="18288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0" y="5294376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Convidado a palestrar no Ouro Digital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um dos maiores eventos de performance do Brasil.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PARCERIA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 o que só você pode fazer.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 todo o resto.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728716" y="224028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11111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FAZ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Gravar as aulas com sua voz e sua história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675888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 a autoridade do produto ao público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4334256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Participar das sessões de alto ticket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a 8 horas por semana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23160"/>
            <a:ext cx="5303520" cy="4023360"/>
          </a:xfrm>
          <a:prstGeom prst="rect">
            <a:avLst>
              <a:gd name="adj" fmla="val 3409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560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FAÇO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675120" y="30175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Posicionamento e criação do produto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352044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Copy completa: VSL, páginas, anúncios, emails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402336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Criação e gestão diária dos anúncios pagos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75120" y="452628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Operação completa do funil de vendas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502920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Suporte ao cliente e reembolsos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75120" y="5532120"/>
            <a:ext cx="4663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Relatório semanal de performance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59893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horas por semana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traz o ativo mais valioso: sua autoridade. Eu trago a engrenagem que a converte em receita.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36576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REPRESENTA PARA VOCÊ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"/>
            <a:ext cx="10360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90 dias, o que sua audiência pode gerar.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71600" y="1600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40480" y="16002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Invest. em Ads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0" y="16002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Bruta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(50%)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371600" y="2011680"/>
            <a:ext cx="9875520" cy="27432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2194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194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R$ 5k/mês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0" y="21945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R$ 30–60k/mês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0" y="2194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R$ 15–30k/mês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40480" y="28803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R$ 20k/mês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8803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R$ 100–200k/mês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0" y="28803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R$ 50–100k/mês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88720" y="3474720"/>
            <a:ext cx="10241280" cy="594360"/>
          </a:xfrm>
          <a:prstGeom prst="rect">
            <a:avLst>
              <a:gd name="adj" fmla="val 12308"/>
            </a:avLst>
          </a:prstGeom>
          <a:solidFill>
            <a:srgbClr val="1A0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35661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840480" y="3566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R$ 50k/mês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3566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R$ 400k+/mês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566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R$ 200k+/mês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3794760"/>
            <a:ext cx="518007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R$ 15.000</a:t>
            </a:r>
            <a:endParaRPr lang="en-US" sz="6800" dirty="0"/>
          </a:p>
        </p:txBody>
      </p:sp>
      <p:sp>
        <p:nvSpPr>
          <p:cNvPr id="24" name="Text 22"/>
          <p:cNvSpPr/>
          <p:nvPr/>
        </p:nvSpPr>
        <p:spPr>
          <a:xfrm>
            <a:off x="914400" y="4800600"/>
            <a:ext cx="51800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MÊS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CONSERVADOR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76188" y="3749040"/>
            <a:ext cx="36576" cy="1645920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1676" y="3794760"/>
            <a:ext cx="499719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R$ 1,2M+</a:t>
            </a:r>
            <a:endParaRPr lang="en-US" sz="6800" dirty="0"/>
          </a:p>
        </p:txBody>
      </p:sp>
      <p:sp>
        <p:nvSpPr>
          <p:cNvPr id="27" name="Text 25"/>
          <p:cNvSpPr/>
          <p:nvPr/>
        </p:nvSpPr>
        <p:spPr>
          <a:xfrm>
            <a:off x="6551676" y="4800600"/>
            <a:ext cx="49971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SHARE · ANO 1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MODERADO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71600" y="553212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em funis ativos com públicos similares. Começamos conservador, escalamos com dado real.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371600" y="5897880"/>
            <a:ext cx="94457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investe um centavo — eu coloco o capital de ads e recupero do resultado.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SEGURANÇA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10360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eu prometo,
</a:t>
            </a:r>
            <a:pPr algn="ctr" indent="0" marL="0">
              <a:lnSpc>
                <a:spcPct val="110000"/>
              </a:lnSpc>
              <a:buNone/>
            </a:pPr>
            <a:r>
              <a:rPr lang="en-US" sz="5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assino.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728716" y="2331720"/>
            <a:ext cx="73152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51460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combinamos entra no contrato.</a:t>
            </a:r>
            <a:endParaRPr lang="en-US" sz="18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fica só na palavra.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3429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3429000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receita clara e verificável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acompanha em tempo real.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4087368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74520" y="4087368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conteúdo permanece seu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nada é usado fora desta parceria sem sua autorização.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4745736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74520" y="4745736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exclusividade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você mantém todos os seus projetos e atendimentos.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71600" y="5404104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74520" y="5404104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garantida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 quiser sair, a operação tem transição estruturada.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6080760"/>
            <a:ext cx="94457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não precisa acreditar na minha palavra.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vai ter tudo escrito, assinado e verificável.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73152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te impediria</a:t>
            </a:r>
            <a:endParaRPr lang="en-US" sz="6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tentar?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834640"/>
            <a:ext cx="94457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tem a autoridade. Eu tenho a operação.</a:t>
            </a:r>
            <a:endParaRPr lang="en-US" sz="2200" dirty="0"/>
          </a:p>
          <a:p>
            <a:pPr algn="ctr" indent="0" marL="0">
              <a:lnSpc>
                <a:spcPct val="145000"/>
              </a:lnSpc>
              <a:buNone/>
            </a:pPr>
            <a:r>
              <a:rPr lang="en-US" sz="22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apenas decidir se você quer ver isso funcionando.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5760720" cy="2743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93192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call de 30 minutos não é para te vender nada.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para você entender, com todos os dados na mesa, se faz sentido.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fizer — avançamos.
</a:t>
            </a:r>
            <a:pPr algn="ctr" indent="0" marL="0">
              <a:lnSpc>
                <a:spcPct val="170000"/>
              </a:lnSpc>
              <a:buNone/>
            </a:pPr>
            <a:r>
              <a:rPr lang="en-US" sz="170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fizer — você sai com clareza do que é possível para o seu negócio.
</a:t>
            </a:r>
            <a:pPr algn="ctr" indent="0" marL="0">
              <a:lnSpc>
                <a:spcPct val="17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dois casos, você ganha.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-1371600"/>
            <a:ext cx="6400800" cy="6400800"/>
          </a:xfrm>
          <a:prstGeom prst="ellipse">
            <a:avLst/>
          </a:prstGeom>
          <a:solidFill>
            <a:srgbClr val="1A0A2E">
              <a:alpha val="40000"/>
            </a:srgbClr>
          </a:solidFill>
          <a:ln w="12700">
            <a:solidFill>
              <a:srgbClr val="1A0A2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Kauã Rodriguez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@okauarodriguez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914400" y="352044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RESPONSE  ·  COPRODUÇÃO COM EXPERTS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0" y="4114800"/>
            <a:ext cx="4873752" cy="36576"/>
          </a:xfrm>
          <a:prstGeom prst="rect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próxima jogada é sua.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2026-04-29T00:35:20Z</dcterms:created>
  <dcterms:modified xsi:type="dcterms:W3CDTF">2026-04-29T00:35:20Z</dcterms:modified>
</cp:coreProperties>
</file>